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2825"/>
            <a:ext cx="7772400" cy="1470025"/>
          </a:xfrm>
        </p:spPr>
        <p:txBody>
          <a:bodyPr/>
          <a:lstStyle/>
          <a:p>
            <a:r>
              <a:rPr dirty="0" err="1"/>
              <a:t>MindForge</a:t>
            </a:r>
            <a:r>
              <a:rPr dirty="0"/>
              <a:t> — GenAI Mind Map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Turning Unstructured Ideas into Strategic Visual Roadmaps</a:t>
            </a:r>
          </a:p>
          <a:p>
            <a:r>
              <a:rPr dirty="0"/>
              <a:t>November 2025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867518-2CD7-65EB-9A4F-BEA04CD3EB76}"/>
              </a:ext>
            </a:extLst>
          </p:cNvPr>
          <p:cNvSpPr txBox="1">
            <a:spLocks/>
          </p:cNvSpPr>
          <p:nvPr/>
        </p:nvSpPr>
        <p:spPr>
          <a:xfrm>
            <a:off x="685800" y="81280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IT-568 GENAI for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Leader &amp; Team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 dirty="0"/>
          </a:p>
          <a:p>
            <a:r>
              <a:rPr dirty="0"/>
              <a:t>Group Leader: </a:t>
            </a:r>
            <a:r>
              <a:rPr lang="en-US" dirty="0"/>
              <a:t>Mahek Gor</a:t>
            </a:r>
            <a:endParaRPr dirty="0"/>
          </a:p>
          <a:p>
            <a:r>
              <a:rPr dirty="0"/>
              <a:t>Team Assignments:</a:t>
            </a:r>
          </a:p>
          <a:p>
            <a:pPr lvl="1"/>
            <a:r>
              <a:rPr lang="en-US" dirty="0"/>
              <a:t>Priyansee</a:t>
            </a:r>
            <a:r>
              <a:rPr dirty="0"/>
              <a:t> - Backend Lead: Multi-agent pipeline, </a:t>
            </a:r>
            <a:r>
              <a:rPr dirty="0" err="1"/>
              <a:t>FastAPI</a:t>
            </a:r>
            <a:r>
              <a:rPr dirty="0"/>
              <a:t>, Agent Logic</a:t>
            </a:r>
          </a:p>
          <a:p>
            <a:pPr lvl="1"/>
            <a:r>
              <a:rPr lang="en-US" dirty="0"/>
              <a:t>Mahek</a:t>
            </a:r>
            <a:r>
              <a:rPr dirty="0"/>
              <a:t> - Frontend Lead: React UI, D3.js Visualization, Canvas</a:t>
            </a:r>
            <a:r>
              <a:rPr lang="en-US" dirty="0"/>
              <a:t>, </a:t>
            </a:r>
            <a:endParaRPr dirty="0"/>
          </a:p>
          <a:p>
            <a:pPr lvl="1"/>
            <a:r>
              <a:rPr lang="en-US" dirty="0"/>
              <a:t>Brinda</a:t>
            </a:r>
            <a:r>
              <a:rPr dirty="0"/>
              <a:t> - QA &amp; Prompt Engineering: Validation, Testing, Export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/>
          </a:p>
          <a:p>
            <a:r>
              <a:t>Develop a multi-agent system for text-to-mindmap conversion</a:t>
            </a:r>
          </a:p>
          <a:p>
            <a:r>
              <a:t>Implement interactive Clarifier Agent for ambiguous inputs</a:t>
            </a:r>
          </a:p>
          <a:p>
            <a:r>
              <a:t>Ensure structural integrity via automated Validation &amp; Testing</a:t>
            </a:r>
          </a:p>
          <a:p>
            <a:r>
              <a:t>Provide professional-grade interactive UI with multi-format exports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/>
          </a:p>
          <a:p>
            <a:r>
              <a:t>Milestone 1: Multi-agent Architecture &amp; Pipeline Controller Design</a:t>
            </a:r>
          </a:p>
          <a:p>
            <a:r>
              <a:t>Milestone 2: Backend Core (FastAPI + Grok-3 integration)</a:t>
            </a:r>
          </a:p>
          <a:p>
            <a:r>
              <a:t>Milestone 3: D3.js Rendering Engine &amp; Interactive Canvas</a:t>
            </a:r>
          </a:p>
          <a:p>
            <a:r>
              <a:t>Milestone 4: Refinement Logic &amp; Multi-format Export Stabilization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9-Agent Pipeline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endParaRPr/>
          </a:p>
          <a:p>
            <a:r>
              <a:t>Flow: Clarifier -&gt; Planner -&gt; Structurer -&gt; Validator -&gt; Enhancer -&gt; Renderer -&gt; Exporter -&gt; Tester -&gt; Refiner</a:t>
            </a:r>
          </a:p>
          <a:p>
            <a:pPr lvl="1"/>
            <a:r>
              <a:t>Clarifier: Resolves input ambiguity via MCQ</a:t>
            </a:r>
          </a:p>
          <a:p>
            <a:pPr lvl="1"/>
            <a:r>
              <a:t>Planner &amp; Structurer: Extracts themes and builds hierarchy</a:t>
            </a:r>
          </a:p>
          <a:p>
            <a:pPr lvl="1"/>
            <a:r>
              <a:t>Validator &amp; Tester: Ensures JSON schema and logic quality</a:t>
            </a:r>
          </a:p>
          <a:p>
            <a:pPr lvl="1"/>
            <a:r>
              <a:t>Enhancer &amp; Renderer: Visual enrichment and layout positioning</a:t>
            </a:r>
          </a:p>
          <a:p>
            <a:pPr lvl="1"/>
            <a:r>
              <a:t>Exporter: Prepares PNG/PDF/Miro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&amp; 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/>
          </a:bodyPr>
          <a:lstStyle/>
          <a:p>
            <a:endParaRPr/>
          </a:p>
          <a:p>
            <a:r>
              <a:t>Key Use Cases:</a:t>
            </a:r>
          </a:p>
          <a:p>
            <a:pPr lvl="1"/>
            <a:r>
              <a:t>UC-08: End-to-End Generation</a:t>
            </a:r>
          </a:p>
          <a:p>
            <a:pPr lvl="1"/>
            <a:r>
              <a:t>UC-02: Ambiguity Detection &amp; Clarification</a:t>
            </a:r>
          </a:p>
          <a:p>
            <a:pPr lvl="1"/>
            <a:r>
              <a:t>UC-09: Iterative Refinement</a:t>
            </a:r>
          </a:p>
          <a:p>
            <a:r>
              <a:t>User Stories:</a:t>
            </a:r>
          </a:p>
          <a:p>
            <a:pPr lvl="1"/>
            <a:r>
              <a:t>'As a user, I want to download my map as PNG/PDF'</a:t>
            </a:r>
          </a:p>
          <a:p>
            <a:pPr lvl="1"/>
            <a:r>
              <a:t>'As a user, I want to refine my map based on feedback'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/>
          </a:p>
          <a:p>
            <a:r>
              <a:t>Multi-agent orchestration requires robust data consistency checks</a:t>
            </a:r>
          </a:p>
          <a:p>
            <a:r>
              <a:t>Horizontal tree layouts are superior to radial for deep hierarchies</a:t>
            </a:r>
          </a:p>
          <a:p>
            <a:r>
              <a:t>Real-time feedback improves perceived performance significantly</a:t>
            </a:r>
          </a:p>
          <a:p>
            <a:r>
              <a:t>Prompt engineering for structural agents is highly iterative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Achievements &amp;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endParaRPr dirty="0"/>
          </a:p>
          <a:p>
            <a:r>
              <a:rPr dirty="0"/>
              <a:t>Achievements:</a:t>
            </a:r>
          </a:p>
          <a:p>
            <a:pPr lvl="1"/>
            <a:r>
              <a:rPr dirty="0"/>
              <a:t>9 specialized agents working in a seamless sequence</a:t>
            </a:r>
          </a:p>
          <a:p>
            <a:pPr lvl="1"/>
            <a:r>
              <a:rPr dirty="0"/>
              <a:t>High-resolution, full-container export system</a:t>
            </a:r>
          </a:p>
          <a:p>
            <a:r>
              <a:rPr dirty="0"/>
              <a:t>Mistakes:</a:t>
            </a:r>
          </a:p>
          <a:p>
            <a:pPr lvl="1"/>
            <a:r>
              <a:rPr dirty="0"/>
              <a:t>Initially lacked a Validator Agent (caused rendering crashes)</a:t>
            </a:r>
          </a:p>
          <a:p>
            <a:pPr lvl="1"/>
            <a:r>
              <a:rPr dirty="0"/>
              <a:t>Over-complicated the initial Clarification MCQ logic</a:t>
            </a:r>
            <a:endParaRPr lang="en-US" dirty="0"/>
          </a:p>
          <a:p>
            <a:pPr lvl="1"/>
            <a:r>
              <a:rPr lang="en-IN" dirty="0"/>
              <a:t>Due to large number of agents the API load increased a lot 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Artefact Ratings (0-5)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Documentation &amp; Requirements: 4.8/5</a:t>
            </a:r>
          </a:p>
          <a:p>
            <a:r>
              <a:rPr dirty="0"/>
              <a:t>Backend Architecture: 4.7/5</a:t>
            </a:r>
          </a:p>
          <a:p>
            <a:r>
              <a:rPr dirty="0"/>
              <a:t>Frontend UI/UX: 4/5</a:t>
            </a:r>
          </a:p>
          <a:p>
            <a:r>
              <a:rPr dirty="0"/>
              <a:t>Testing &amp; Validation: 4.6/5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Project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Total Rating: </a:t>
            </a:r>
            <a:r>
              <a:rPr lang="en-US" dirty="0"/>
              <a:t>8</a:t>
            </a:r>
            <a:r>
              <a:rPr dirty="0"/>
              <a:t> / 10</a:t>
            </a:r>
          </a:p>
          <a:p>
            <a:r>
              <a:rPr dirty="0"/>
              <a:t>Key Strengths:</a:t>
            </a:r>
          </a:p>
          <a:p>
            <a:pPr lvl="1"/>
            <a:r>
              <a:rPr dirty="0"/>
              <a:t>Robust agentic pipeline</a:t>
            </a:r>
          </a:p>
          <a:p>
            <a:pPr lvl="1"/>
            <a:r>
              <a:rPr dirty="0"/>
              <a:t>Professional visualization</a:t>
            </a:r>
          </a:p>
          <a:p>
            <a:pPr lvl="1"/>
            <a:r>
              <a:rPr dirty="0"/>
              <a:t>Extensible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Live Demonstration: </a:t>
            </a:r>
            <a:r>
              <a:rPr lang="en-IN"/>
              <a:t>https://gen-ai-mind-map-project-s6s9.vercel.app/</a:t>
            </a:r>
            <a:endParaRPr dirty="0"/>
          </a:p>
          <a:p>
            <a:r>
              <a:rPr dirty="0"/>
              <a:t>Git Repository Management:</a:t>
            </a:r>
          </a:p>
          <a:p>
            <a:pPr lvl="1"/>
            <a:r>
              <a:rPr dirty="0"/>
              <a:t>Incremental Commits</a:t>
            </a:r>
          </a:p>
          <a:p>
            <a:pPr lvl="1"/>
            <a:r>
              <a:rPr dirty="0"/>
              <a:t>Modular Code Structure</a:t>
            </a:r>
          </a:p>
          <a:p>
            <a:pPr lvl="1"/>
            <a:r>
              <a:rPr dirty="0"/>
              <a:t>Detailed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416</Words>
  <Application>Microsoft Office PowerPoint</Application>
  <PresentationFormat>On-screen Show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MindForge — GenAI Mind Map Generator</vt:lpstr>
      <vt:lpstr>Group Leader &amp; Team Assignments</vt:lpstr>
      <vt:lpstr>Project Objectives</vt:lpstr>
      <vt:lpstr>Project Milestones</vt:lpstr>
      <vt:lpstr>The 9-Agent Pipeline Flow</vt:lpstr>
      <vt:lpstr>Use Cases &amp; Backlog</vt:lpstr>
      <vt:lpstr>Lessons Learnt</vt:lpstr>
      <vt:lpstr>Achievements &amp; Mistakes</vt:lpstr>
      <vt:lpstr>Software Artefact Ratings (0-5)</vt:lpstr>
      <vt:lpstr>Overall Project Rating</vt:lpstr>
      <vt:lpstr>Demonstration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Priyansee Soni</cp:lastModifiedBy>
  <cp:revision>3</cp:revision>
  <dcterms:created xsi:type="dcterms:W3CDTF">2013-01-27T09:14:16Z</dcterms:created>
  <dcterms:modified xsi:type="dcterms:W3CDTF">2026-04-27T04:08:44Z</dcterms:modified>
  <cp:category/>
</cp:coreProperties>
</file>